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BNR Document Intelligence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</a:rPr>
              <a:t>Retrieval-Augmented Generation (RAG) over BNR Institutional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0F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 corpus documents  ·  Semantic retrieval  ·  Grounded answers with citations
Strict fallback for out-of-corpus questions  ·  Full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DD"/>
                </a:solidFill>
              </a:rPr>
              <a:t>Geredi Niyibigira  ·  BNR Data Science Challenge #1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  User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  Text Embedding
all-MiniLM-L6-v2 (local)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  ChromaDB
Cosine similarity, top-5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4612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291839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4  Context + Prompt
Strict grounding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519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2976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  Claude LLM
Grounded answer +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74920"/>
            <a:ext cx="5029200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1206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6  Audit Logger
logs/audit.jsonl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548640"/>
            <a:ext cx="320040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9436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COMPONENTS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Embeddings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sentence-transformers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384-dim, CPU, no API key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Vector Store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ChromaDB (persistent)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Cosine similarity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LLM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Claude 3.5 Haiku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Anthropic API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Chunking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600 words / 100 overlap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Design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Local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869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all-MiniLM-L6-v2 runs entirely on CPU — corpus text never leaves the institution's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Strict Grounding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System prompt forbids the LLM from using external knowledge. Mandatory fallback: "The answer cannot be determined from the provided documents."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231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Metadata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57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chunk retains source document name, filename, page number, and doc type. Enables precise citations and filtered retrieval.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375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Persistent Vector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301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ChromaDB persists to disk (chroma_db/). Re-indexing only needed when the corpus changes — cold start avoided on every query.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51960"/>
            <a:ext cx="73152" cy="50292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8C4E"/>
                </a:solidFill>
              </a:rP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445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query is appended to logs/audit.jsonl with timestamp, tokens, latency, sources retrieved, and whether the fallback was triggered.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Retrieval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420624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HOW IT WORKS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1.  Query → embedding vector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(same model as indexing)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2.  Cosine similarity search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across all ~2,000+ chunks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3.  Top-5 chunks returned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with similarity scores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4.  Low-quality chunks filtered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(&lt; 80 chars at index time)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5.  Chunks + question passed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to the LLM for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594360"/>
            <a:ext cx="429768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6400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CORPUS DOCUMENT HANDLING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PDF documents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pypdf text extraction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600-word sliding window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Page number preserved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CSV (IMF dataset)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One chunk per indicator row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Year columns as key-value pairs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indicator name in metadata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Multi-source queries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No per-document filter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Naturally surfaces best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chunks from all 4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Example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66928"/>
            <a:ext cx="877824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126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C2"/>
                </a:solidFill>
              </a:rPr>
              <a:t>Q1 — Barriers to financial inclusion in rural Rwanda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Retrieved: FinScope 2024 (pp. 47–52). Answer cites: distance to access points, low income, lack of ID documents, limited awareness. → Correct &amp; grounded.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877824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755648"/>
            <a:ext cx="64008" cy="100584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0136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C8F"/>
                </a:solidFill>
              </a:rPr>
              <a:t>Q2 — Gender gap in mobile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Retrieved: FinScope 2024 + GSMA 2025. Answer quantifies Rwanda's gender gap and contextualises against global Sub-Saharan Africa figure. → Multi-source retrieval working.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944368"/>
            <a:ext cx="877824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944368"/>
            <a:ext cx="64008" cy="100584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9008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C2"/>
                </a:solidFill>
              </a:rPr>
              <a:t>Q3 — NBR supervisory powers (Payment System Law)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918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Retrieved: Law No. 061/2021 (Articles 4, 7, 12). Answer cites exact articles. Limitation: long legal articles sometimes split across chunks.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133088"/>
            <a:ext cx="877824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4133088"/>
            <a:ext cx="64008" cy="100584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7880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8C4E"/>
                </a:solidFill>
              </a:rPr>
              <a:t>Q5 — CONTROL: US inflation rate (out-of-corpus)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805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System returned exactly: "The answer cannot be determined from the provided documents." → Fallback triggered correctly. Critical safety test PASSED.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Evaluation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4206240" cy="2560320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94360"/>
            <a:ext cx="4206240" cy="36576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1264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WORKS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Precise citations (doc + page)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Strict fallback for out-of-scope Q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Multi-source retrieval (Q2)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Legal text retrieval (Q3)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CSV numeric data retrieval (Q4)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Fast cold-start (persistent index)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594360"/>
            <a:ext cx="4206240" cy="25603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594360"/>
            <a:ext cx="420624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61264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PDF tables/figures not extracted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Long legal articles split mid-sentence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No reranking — nearest ≠ most relevant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No Kinyarwanda query support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API latency (~1–3 s per query)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No cross-document reasoning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337560"/>
            <a:ext cx="8778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C8F"/>
                </a:solidFill>
              </a:rPr>
              <a:t>EVALUATION METRICS (5 questions)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49039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Source-hit rate:    4 / 4 in-corpus Q  (100%)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Fallback accuracy:  1 / 1 control Q    (100%)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Avg latency:        ~1,400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Avg input tokens:   ~1,400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Avg output tokens:  ~190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All answers grounded — no hallucination detected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Risks &amp; Governance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66928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Risk — Misquotation of regulatory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Mitigation: strict grounding prompt; system prompt cites chunk excerpts verbatim; human review mandatory before operational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99616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99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Risk — Data leakage to external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92224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Mitigation: embeddings run 100% locally (no API). LLM calls can be replaced with a self-hosted model (e.g. Ollama + Mistral).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32304"/>
            <a:ext cx="73152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Audit &amp;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Every query logged to logs/audit.jsonl: timestamp, question, answer preview, sources, tokens, latency, fallback flag. Supports compliance and post-incident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64992"/>
            <a:ext cx="73152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Testing Model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Maintain a golden Q&amp;A test set. Run before/after any embedding or LLM model swap. Track faithfulness score (answer ∈ retrieved context) and source-hit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97680"/>
            <a:ext cx="73152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8F"/>
                </a:solidFill>
              </a:rP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902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Hybrid retrieval (BM25 + dense); cross-encoder reranking; metadata-filtered search; fine-tuned embeddings for financial/legal text; Kinyarwanda query support; automated freshness checks for corpus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